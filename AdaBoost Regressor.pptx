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7675-993B-30BD-1329-96726DB26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46B64-1CB9-2B37-2D37-6986C99C0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AC281-B325-E354-78BA-C148C717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8C166-B41A-BAA6-8F63-34D7A1E86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584B-AFDF-5242-1609-D41B543D4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6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9159-6D82-A86D-6704-1537A0EA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664F6-BC77-5ED8-A486-302360CC0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618BB-2975-5D2B-D48D-82FC0F8F2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3E80C-C86C-CD90-AC9C-E9FEEA05A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7BB0F-09A0-7F3A-C03D-7243EA10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82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8C0C3-BFD4-BAD8-1585-14161979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A6194-6B11-4028-F4D4-8102A32C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ECEEB-0FFA-9AD9-9E58-1DF25FD3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62B5D-1929-9EDC-2995-748B18FF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C3F6D-ECB5-19C4-FB7A-A885252D0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18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9C88-B712-8FA4-05EC-B7D731BE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5D11D-51E7-ED71-35CD-B53A0ECF9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F7C0F-7CE3-3427-68D8-91F1C7F00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12376-1A6F-E2FA-CBD3-A28A89AF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F8A25-839C-3096-6DA6-88718EEE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BC889-3475-3825-51E0-1D4D99B2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890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F9CB-FC41-FA88-6E8D-8947CB90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C67E8-A281-8EAF-0262-3F3D177D5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8CAB2-20B8-89EC-A4F7-FF34E178A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918A9-C0C8-896A-B72C-536B62777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FA922-6411-8FA7-6838-B7DDB0F92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7E4FB-EF17-6832-ED7E-018C698C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85D32-7230-E562-8383-07173DDA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9AD2A3-64D3-CE8A-35B1-4E95A98F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83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EAE1-FF1E-A8AF-CD8D-391ECE7B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451D1-D433-536B-176E-6AE273A9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82128-1AA6-A294-ABB8-FE6EC744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7E85D-1B8E-5A26-BF40-CB6100C1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89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EBB0B-EC38-0E49-C16D-8E20F175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130C8-5F37-3591-8C68-7C557074A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180E3-1399-1160-ECD6-E35CF999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56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2068-311F-204C-74EF-204D5BB2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7FADF-D372-5012-8A5E-38746F19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CF656-1FC6-F9F9-0621-DCEB19E99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F064F-7BD5-44BD-D194-FFA780D3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74D14-389C-CB7B-0681-B842D754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F76D5-9376-B24F-9C4E-4D920C51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89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572F-886D-6021-1369-7F080495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F2724D-5607-EB74-6B4B-8038EEE46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17F2E-FADA-24BD-D0A3-C32822FA6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5EF0D-FBDA-D7EE-B68A-BD6C0C5A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505F6-5073-27C5-F78D-DEFFDF85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9489C-B177-6783-2434-9D84839E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79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493A-6E21-1445-EE6A-28959EC7A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E31DD-B23D-84DF-9EAC-04585FB99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79EB1-025D-8A83-495F-B4582C21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A5887-55B6-179F-5178-14C90D92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12793-8226-36D3-4E62-9F7F637A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49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24306-E20D-B6EF-B182-DC7E9D892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784AC-D1B7-683A-A991-DDB601C69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593C8-6E10-4BA6-907E-41D7D25B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586E5-99B3-3E86-A578-FD2E0025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4A712-B79F-4570-DF41-6C8283A9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574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7AA667-243A-C68C-92E3-FD8C4D98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842C2-6131-D9C4-3052-37F53F00D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0E600-70B4-90DA-99C5-2F4F54FCD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54A29-71CB-47E4-84CB-E25873F4793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10BA1-7EE8-181D-C3DC-A5250BA89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F5E46-1355-4361-570A-7DEAD2CCE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A6855-5DCE-40C5-8CB4-9F722B870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543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D8C7-93A5-370B-52AF-038AEF5261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Ada Boost Regressor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7828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6AB99-4A94-EAF0-F771-6B1046144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87"/>
            <a:ext cx="10515600" cy="4208016"/>
          </a:xfrm>
        </p:spPr>
        <p:txBody>
          <a:bodyPr/>
          <a:lstStyle/>
          <a:p>
            <a:endParaRPr lang="en-GB" dirty="0"/>
          </a:p>
          <a:p>
            <a:pPr marL="0" indent="0">
              <a:buNone/>
            </a:pPr>
            <a:r>
              <a:rPr lang="en-GB" dirty="0"/>
              <a:t>			</a:t>
            </a:r>
          </a:p>
          <a:p>
            <a:r>
              <a:rPr lang="en-GB" dirty="0" err="1"/>
              <a:t>AdaBoostRegressor</a:t>
            </a:r>
            <a:r>
              <a:rPr lang="en-GB" dirty="0"/>
              <a:t> is a machine learning algorithm that is used for regression problems.</a:t>
            </a:r>
          </a:p>
          <a:p>
            <a:r>
              <a:rPr lang="en-GB" dirty="0"/>
              <a:t>It is an ensemble method that combines multiple weak models (i.e., models with low predictive power) to create a strong model with high predictive power.</a:t>
            </a:r>
          </a:p>
          <a:p>
            <a:r>
              <a:rPr lang="en-GB" dirty="0"/>
              <a:t>This can be achieved by adjusting the weights to each training instance based on its error of the current prediction. 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5F28E-FF39-849A-CDD9-132993B13322}"/>
              </a:ext>
            </a:extLst>
          </p:cNvPr>
          <p:cNvSpPr/>
          <p:nvPr/>
        </p:nvSpPr>
        <p:spPr>
          <a:xfrm>
            <a:off x="3773011" y="441339"/>
            <a:ext cx="4199137" cy="659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What is </a:t>
            </a:r>
            <a:r>
              <a:rPr lang="en-GB" dirty="0" err="1"/>
              <a:t>AdaBoostRegressor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11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Adaboost Works">
            <a:extLst>
              <a:ext uri="{FF2B5EF4-FFF2-40B4-BE49-F238E27FC236}">
                <a16:creationId xmlns:a16="http://schemas.microsoft.com/office/drawing/2014/main" id="{CFFA5C14-291E-5592-5017-F1544BE9A0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64" y="431214"/>
            <a:ext cx="4336755" cy="509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daboost Algorithm Step-by-Step Process">
            <a:extLst>
              <a:ext uri="{FF2B5EF4-FFF2-40B4-BE49-F238E27FC236}">
                <a16:creationId xmlns:a16="http://schemas.microsoft.com/office/drawing/2014/main" id="{B8A3BEB9-1670-01F3-A450-21B8E38EA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160" y="1036791"/>
            <a:ext cx="6537335" cy="457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53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E922-8468-A9CE-5E96-80F448E6C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3461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endParaRPr lang="en-IN" dirty="0"/>
          </a:p>
        </p:txBody>
      </p:sp>
      <p:pic>
        <p:nvPicPr>
          <p:cNvPr id="3074" name="Picture 2" descr="AdaBoostRegressor — scikit-learn 1.7.2 documentation">
            <a:extLst>
              <a:ext uri="{FF2B5EF4-FFF2-40B4-BE49-F238E27FC236}">
                <a16:creationId xmlns:a16="http://schemas.microsoft.com/office/drawing/2014/main" id="{F4D9A883-822B-D6CC-8E32-0571ACACC1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668" y="1597980"/>
            <a:ext cx="5710561" cy="380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7D5497-2814-F01C-882C-8D441B418C7E}"/>
              </a:ext>
            </a:extLst>
          </p:cNvPr>
          <p:cNvSpPr/>
          <p:nvPr/>
        </p:nvSpPr>
        <p:spPr>
          <a:xfrm>
            <a:off x="2850471" y="301840"/>
            <a:ext cx="4890857" cy="8167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Example - Decision Tree Regression with AdaBoost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28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1F02-9B66-10CA-EB0C-DAD71E98C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659" y="1470519"/>
            <a:ext cx="10515600" cy="1858608"/>
          </a:xfrm>
        </p:spPr>
        <p:txBody>
          <a:bodyPr>
            <a:normAutofit fontScale="77500" lnSpcReduction="20000"/>
          </a:bodyPr>
          <a:lstStyle/>
          <a:p>
            <a:endParaRPr lang="en-GB" dirty="0"/>
          </a:p>
          <a:p>
            <a:r>
              <a:rPr lang="en-GB" dirty="0"/>
              <a:t>Often achieves high accuracy by combining multiple weak models. </a:t>
            </a:r>
          </a:p>
          <a:p>
            <a:r>
              <a:rPr lang="en-GB" dirty="0"/>
              <a:t>The biggest advantage of this algorithm is its ability to handle noisy data and outliers. </a:t>
            </a:r>
          </a:p>
          <a:p>
            <a:r>
              <a:rPr lang="en-GB" dirty="0"/>
              <a:t>It is also less prone to overfitting than other algorithms such as Support Vector Machines (SVM). 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665E09-E8CD-031E-214C-A46E6466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842" y="365125"/>
            <a:ext cx="7652552" cy="7001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r>
              <a:rPr lang="en-GB" dirty="0"/>
              <a:t>Advantage of </a:t>
            </a:r>
            <a:r>
              <a:rPr lang="en-GB" dirty="0" err="1"/>
              <a:t>AdaBoostRegressor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84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129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Ada Boost Regressor</vt:lpstr>
      <vt:lpstr>PowerPoint Presentation</vt:lpstr>
      <vt:lpstr>PowerPoint Presentation</vt:lpstr>
      <vt:lpstr> </vt:lpstr>
      <vt:lpstr>Advantage of AdaBoostRegressor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Sairam sangili</dc:creator>
  <cp:lastModifiedBy>Sairam sangili</cp:lastModifiedBy>
  <cp:revision>1</cp:revision>
  <dcterms:created xsi:type="dcterms:W3CDTF">2025-11-21T15:49:53Z</dcterms:created>
  <dcterms:modified xsi:type="dcterms:W3CDTF">2025-11-21T16:01:31Z</dcterms:modified>
</cp:coreProperties>
</file>